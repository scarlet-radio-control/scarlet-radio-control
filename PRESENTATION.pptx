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259" r:id="rId5"/>
    <p:sldId id="292" r:id="rId6"/>
    <p:sldId id="260" r:id="rId7"/>
    <p:sldId id="261" r:id="rId8"/>
    <p:sldId id="262" r:id="rId9"/>
    <p:sldId id="263" r:id="rId10"/>
    <p:sldId id="264" r:id="rId11"/>
    <p:sldId id="265" r:id="rId12"/>
    <p:sldId id="266" r:id="rId13"/>
    <p:sldId id="293" r:id="rId44"/>
    <p:sldId id="267" r:id="rId14"/>
    <p:sldId id="268" r:id="rId15"/>
    <p:sldId id="270" r:id="rId16"/>
    <p:sldId id="269" r:id="rId17"/>
    <p:sldId id="288" r:id="rId18"/>
    <p:sldId id="271" r:id="rId19"/>
    <p:sldId id="272" r:id="rId20"/>
    <p:sldId id="289" r:id="rId21"/>
    <p:sldId id="290" r:id="rId22"/>
    <p:sldId id="273" r:id="rId23"/>
    <p:sldId id="274" r:id="rId24"/>
    <p:sldId id="291" r:id="rId25"/>
    <p:sldId id="275" r:id="rId26"/>
    <p:sldId id="276" r:id="rId27"/>
    <p:sldId id="294" r:id="rId45"/>
    <p:sldId id="277" r:id="rId28"/>
    <p:sldId id="278" r:id="rId29"/>
    <p:sldId id="279" r:id="rId30"/>
    <p:sldId id="280" r:id="rId31"/>
    <p:sldId id="281" r:id="rId32"/>
    <p:sldId id="295" r:id="rId46"/>
    <p:sldId id="282" r:id="rId33"/>
    <p:sldId id="283" r:id="rId34"/>
    <p:sldId id="296" r:id="rId47"/>
    <p:sldId id="284" r:id="rId35"/>
    <p:sldId id="285" r:id="rId36"/>
    <p:sldId id="286" r:id="rId37"/>
    <p:sldId id="287" r:id="rId3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Issues and Iterations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Potential Aplications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Video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E3D74CF7-519A-49EC-90B5-C5D6B3ED2585}"/>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Theory</a:t>
            </a:r>
          </a:p>
        </p:txBody>
      </p:sp>
      <p:sp>
        <p:nvSpPr>
          <p:cNvPr id="3" name="Rectángulo 2">
            <a:extLst>
              <a:ext uri="{FF2B5EF4-FFF2-40B4-BE49-F238E27FC236}">
                <a16:creationId xmlns:a16="http://schemas.microsoft.com/office/drawing/2014/main" id="{3B6837E8-75CC-400F-893D-84CDCECE82C4}"/>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49759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07</a:t>
            </a:r>
            <a:endParaRPr sz="1125" b="1">
              <a:solidFill>
                <a:srgbClr val="6F686D"/>
              </a:solidFill>
              <a:latin typeface="Arial"/>
              <a:ea typeface="Arial"/>
              <a:cs typeface="Arial"/>
            </a:endParaRP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08</a:t>
            </a:r>
            <a:endParaRPr sz="1125" b="1">
              <a:solidFill>
                <a:srgbClr val="6F686D"/>
              </a:solidFill>
              <a:latin typeface="Arial"/>
              <a:ea typeface="Arial"/>
              <a:cs typeface="Arial"/>
            </a:endParaRP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lnSpcReduction="20000"/>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fontScale="92500"/>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11</a:t>
            </a:r>
            <a:endParaRPr sz="1125" b="1">
              <a:solidFill>
                <a:srgbClr val="6F686D"/>
              </a:solidFill>
              <a:latin typeface="Arial"/>
              <a:ea typeface="Arial"/>
              <a:cs typeface="Arial"/>
            </a:endParaRP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12</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15</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18</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19</a:t>
            </a:r>
            <a:endParaRPr sz="1125" b="1">
              <a:solidFill>
                <a:srgbClr val="6F686D"/>
              </a:solidFill>
              <a:latin typeface="Arial"/>
              <a:ea typeface="Arial"/>
              <a:cs typeface="Arial"/>
            </a:endParaRP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20</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21</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22</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25</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26</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30</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31</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32</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38</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3F9CECB-13C6-436F-8CCF-DE854985E5F3}"/>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Issues and Iterations</a:t>
            </a:r>
          </a:p>
        </p:txBody>
      </p:sp>
      <p:sp>
        <p:nvSpPr>
          <p:cNvPr id="3" name="Rectángulo 2">
            <a:extLst>
              <a:ext uri="{FF2B5EF4-FFF2-40B4-BE49-F238E27FC236}">
                <a16:creationId xmlns:a16="http://schemas.microsoft.com/office/drawing/2014/main" id="{A87A1E2A-CAA0-46AE-A133-AF40FF2AA099}"/>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4557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E7A7356-5D72-41ED-8B09-642C144217EA}"/>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Future Work</a:t>
            </a:r>
          </a:p>
        </p:txBody>
      </p:sp>
      <p:sp>
        <p:nvSpPr>
          <p:cNvPr id="3" name="Rectángulo 2">
            <a:extLst>
              <a:ext uri="{FF2B5EF4-FFF2-40B4-BE49-F238E27FC236}">
                <a16:creationId xmlns:a16="http://schemas.microsoft.com/office/drawing/2014/main" id="{D650C7E7-DB9E-4697-842B-65DF66D2E84F}"/>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1863635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A46B80B7-611E-4531-A3DF-340030B4DDC6}"/>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Potential Aplications</a:t>
            </a:r>
          </a:p>
        </p:txBody>
      </p:sp>
      <p:sp>
        <p:nvSpPr>
          <p:cNvPr id="3" name="Rectángulo 2">
            <a:extLst>
              <a:ext uri="{FF2B5EF4-FFF2-40B4-BE49-F238E27FC236}">
                <a16:creationId xmlns:a16="http://schemas.microsoft.com/office/drawing/2014/main" id="{6BF7D17D-DB6F-4CAB-B12D-4BD15E1078B2}"/>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4285285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9D79B0A8-B680-4985-979C-360D458218E2}"/>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Demo / Video</a:t>
            </a:r>
          </a:p>
        </p:txBody>
      </p:sp>
      <p:sp>
        <p:nvSpPr>
          <p:cNvPr id="3" name="Rectángulo 2">
            <a:extLst>
              <a:ext uri="{FF2B5EF4-FFF2-40B4-BE49-F238E27FC236}">
                <a16:creationId xmlns:a16="http://schemas.microsoft.com/office/drawing/2014/main" id="{C5EC0C37-72F4-4793-94FF-5E1844FC6C5D}"/>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08546524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9</TotalTime>
  <Words>6599</Words>
  <Application>Microsoft Office PowerPoint</Application>
  <DocSecurity>0</DocSecurity>
  <PresentationFormat>Panorámica</PresentationFormat>
  <Paragraphs>863</Paragraphs>
  <Slides>41</Slides>
  <Notes>41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41</vt:i4>
      </vt:variant>
    </vt:vector>
  </HeadingPairs>
  <TitlesOfParts>
    <vt:vector size="45"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Issues and Iterations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Future Work</vt:lpstr>
      <vt:lpstr>Presentación de PowerPoint</vt:lpstr>
      <vt:lpstr>Presentación de PowerPoint</vt:lpstr>
      <vt:lpstr>Presentación de PowerPoint</vt:lpstr>
      <vt:lpstr>Presentación de PowerPoint</vt:lpstr>
      <vt:lpstr>Presentación de PowerPoint</vt:lpstr>
      <vt:lpstr>Potential Aplications</vt:lpstr>
      <vt:lpstr>Presentación de PowerPoint</vt:lpstr>
      <vt:lpstr>Presentación de PowerPoint</vt:lpstr>
      <vt:lpstr>Demo / Video</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9</cp:revision>
  <dcterms:created xsi:type="dcterms:W3CDTF">2026-09-06T22:45:51Z</dcterms:created>
  <dcterms:modified xsi:type="dcterms:W3CDTF">2026-09-07T16:08:15Z</dcterms:modified>
</cp:coreProperties>
</file>